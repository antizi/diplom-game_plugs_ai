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делал клиентскую часть проекта — плагин для движка Godot. Его задача — дать разработчику игры простой инструмент: скопировал папку аддона, включил плагин, и игра начинает собирать телеметрию и получать адаптацию из облака. При этом разработчик не пишет ни строчки ML-кода. Расскажу про сферу инди-разработки, почему Godot, как устроен плагин, его интерфейс и контракт с сервером.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это актуально. Инди-разработчики выпускают огромное число игр, но у них почти нет доступа к серьёзной аналитике поведения и адаптивному балансу — это дорого и требует отдельной команды дата-инженеров. В результате сложность настраивается вручную, на глаз, и одинаково для всех игроков. Наша ниша — готовый плагин, который встраивает такую аналитику в любой проект на Godot за несколько шагов. Вся сложность спрятана внутри, наружу — простое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Движок мы выбрали Godot 4 и вот почему. Во-первых, он полностью открытый и бесплатный, под MIT-лицензией — никаких роялти, что принципиально для инди. Во-вторых, у Godot отличная нативная система плагинов: EditorPlugin, autoload-синглтоны, собственные панели в редакторе — всё это «из коробки», именно на этом построен наш аддон. В-третьих, GDScript даёт низкий порог входа и очень быструю итерацию. Целевая версия — 4.2 и выше, вся установка плагина — это копирование одной папки.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плагин встроен в общую систему. В игре есть autoload Analytics — единая точка с четырьмя методами: инициализация, старт игры, track событий и завершение. Модуль cloud_sender собирает события в батчи и шлёт на backend на эндпоинт ingest. Важная деталь — offline-буфер в формате JSONL: если сети нет, события не теряются, а отправляются при восстановлении связи. Обратно приходит adaptation, и AdaptationBridge превращает её в конкретные параметры баланса: сложность, плотность врагов, множитель лута.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интерфейс для разработчика. Вся настройка живёт в редакторе Godot, во вкладке Analytics — руками конфиги править не нужно. Есть четыре блока: настройки облака — URL сервера, размер буфера, интервал автоотправки, повторы и кэш на случай оффлайна; ML-профиль — список событий, критические точки с весами, архетипы и параметр bootstrap_actions; просмотр логов — что ушло на сервер и что он ответил; и проверка сервера — кнопка health-check плюс блок с последней полученной адаптацией.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выглядят панели на практике. Слева — настройки облака: URL эндпоинта ingest, размер батча, интервал автоотправки, число повторов и переключатель offline-кэша. Справа — редактор ML-профиля: разработчик галочками задаёт архетипы, которые должна различать модель, и список критических точек с весами — это те числовые метрики, из которых сервер строит признаки. Всё это сохраняется и автоматически уходит на сервер как профиль игры.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 с сервером. Плагин шлёт на эндпоинт ingest JSON из двух частей. events — это батч событий: каждое содержит id сессии и игрока, имя события, время и parameters — числовые метрики, на которых работает ML. metadata — это критические точки и архетипы из профиля игры плюс режим cloud. Ключевой момент: большую часть полей плагин подставляет сам — session_id, timestamp, game_time, состояние, — разработчику в коде нужно лишь вызвать track с именем события и своим словарём параметров.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решение масштабируется на большие проекты. Аддон полностью изолирован — переносится только своя папка, он не лезет в код игры. API минимально: четыре вызова встраиваются в проект любого размера без рефакторинга. Сеть защищена батчами, повторами и offline-очередью, так что нестабильное соединение не ломает игру. И всё конфигурируется под конкретную игру через профиль. Работает это благодаря слабой связности: плагин общается с игрой через autoload и сигналы, а вся тяжёлая логика вынесена на сервер, поэтому клиент остаётся лёгким.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Планы по плагину: оформить аддон для официальной Asset Library Godot, чтобы его можно было ставить в один клик. Расширить панель редактора — добавить визуализацию воронок событий и историю полученных адаптаций. И довести автоматические E2E-тесты интеграции как регрессионный чеклист. Весь код плагина — в репозитории по QR-коду, папка godot-plugin.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по моей части. Плагин analytics_plugin для Godot 4 даёт инди-разработчику серьёзную аналитику и адаптивный геймплей через простое API из четырёх вызовов, с настройкой прямо в редакторе и надёжной отправкой телеметрии. Спасибо за внимание.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системы сбора и передачи игровой телеметрии в распределённое хранилище данных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analytics_plugin для Godot 4: сбор игровых событий и передача телеметрии на сервер с надёжной доставкой и offline-буфером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gamep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Godot-инженер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Минаева Н. В.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преподаватель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Независимая разработка игр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Инди-студии и соло-разработчики выпускают большую долю игр, но почти не имеют доступа к аналитике поведения игроков и адаптивному балансу — это дорого и требует отдельной команды.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88950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96112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Массовый сегмент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96112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релизов в год; инди — заметная часть рынка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52544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08576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288950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08576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своей аналитики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608576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малых команд нет ресурсов на data-инфраструктуру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65008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slid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2889504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21040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баланс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8321040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настраивается «на глаз», одинаково для всех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40080" y="457200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4400" y="4846320"/>
            <a:ext cx="658368" cy="658368"/>
          </a:xfrm>
          <a:prstGeom prst="ellipse">
            <a:avLst/>
          </a:prstGeom>
          <a:solidFill>
            <a:srgbClr val="0E7FB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puzz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910" y="5043830"/>
            <a:ext cx="263347" cy="26334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783080" y="4828032"/>
            <a:ext cx="9539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Ниша проекта:  </a:t>
            </a:r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плагин, который встраивает «большую» аналитику и адаптивный геймплей в любой Godot-проект за несколько шагов. Сложность системы скрыта внутри — наружу простое API из 4 вызовов.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ДВИЖКА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Godot 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код, MIT-лицензия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4.2+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832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версия движка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папка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61264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установка аддона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77824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3666744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77824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Бесплатный и открытый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77824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роялти и лицензионных платежей — критично для инди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52544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90288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1" descr="icons/puzz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66744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90288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Нативная система плагинов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90288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EditorPlugin, autoload, кастомные панели редактора «из коробки»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65008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02752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3666744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02752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GDScript + быстрый цикл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8302752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низкий порог входа, мгновенная итерация в редакторе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Роль плагина в общей системе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1F9BD8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9536" y="2203704"/>
            <a:ext cx="530352" cy="530352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gamepad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642" y="2362810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9536" y="284378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59536" y="320954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track() событий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20040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474720" y="19659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94176" y="220370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clo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3282" y="2362810"/>
            <a:ext cx="212141" cy="21214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94176" y="284378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cloud_sender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694176" y="320954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 + offline-буфер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309360" y="19659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528816" y="220370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1" name="Image 2" descr="icons/ser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2" y="2362810"/>
            <a:ext cx="212141" cy="21214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28816" y="284378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528816" y="320954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/telemetry/ingest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886968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9144000" y="19659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363456" y="2203704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7" name="Image 3" descr="icons/slid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2562" y="2362810"/>
            <a:ext cx="212141" cy="212141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363456" y="284378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9363456" y="320954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в игру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640080" y="393192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859536" y="4169664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32" name="Image 4" descr="icons/bol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" y="4323283"/>
            <a:ext cx="204826" cy="20482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859536" y="480974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Autoload Analytics</a:t>
            </a:r>
            <a:endParaRPr lang="en-US" sz="1350" dirty="0"/>
          </a:p>
        </p:txBody>
      </p:sp>
      <p:sp>
        <p:nvSpPr>
          <p:cNvPr id="34" name="Text 27"/>
          <p:cNvSpPr/>
          <p:nvPr/>
        </p:nvSpPr>
        <p:spPr>
          <a:xfrm>
            <a:off x="859536" y="5212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точка: initialize · start_new_game · track · end_game</a:t>
            </a:r>
            <a:endParaRPr lang="en-US" sz="1150" dirty="0"/>
          </a:p>
        </p:txBody>
      </p:sp>
      <p:sp>
        <p:nvSpPr>
          <p:cNvPr id="35" name="Shape 28"/>
          <p:cNvSpPr/>
          <p:nvPr/>
        </p:nvSpPr>
        <p:spPr>
          <a:xfrm>
            <a:off x="4352544" y="393192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4572000" y="4169664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37" name="Image 5" descr="icons/clou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323283"/>
            <a:ext cx="204826" cy="204826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572000" y="480974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Offline-буфер JSONL</a:t>
            </a:r>
            <a:endParaRPr lang="en-US" sz="1350" dirty="0"/>
          </a:p>
        </p:txBody>
      </p:sp>
      <p:sp>
        <p:nvSpPr>
          <p:cNvPr id="39" name="Text 31"/>
          <p:cNvSpPr/>
          <p:nvPr/>
        </p:nvSpPr>
        <p:spPr>
          <a:xfrm>
            <a:off x="4572000" y="5212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не теряются без сети, отправляются при восстановлении связи</a:t>
            </a:r>
            <a:endParaRPr lang="en-US" sz="1150" dirty="0"/>
          </a:p>
        </p:txBody>
      </p:sp>
      <p:sp>
        <p:nvSpPr>
          <p:cNvPr id="40" name="Shape 32"/>
          <p:cNvSpPr/>
          <p:nvPr/>
        </p:nvSpPr>
        <p:spPr>
          <a:xfrm>
            <a:off x="8065008" y="393192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8284464" y="4169664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42" name="Image 6" descr="icons/lin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8083" y="4323283"/>
            <a:ext cx="204826" cy="204826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8284464" y="480974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AdaptationBridge</a:t>
            </a:r>
            <a:endParaRPr lang="en-US" sz="1350" dirty="0"/>
          </a:p>
        </p:txBody>
      </p:sp>
      <p:sp>
        <p:nvSpPr>
          <p:cNvPr id="44" name="Text 35"/>
          <p:cNvSpPr/>
          <p:nvPr/>
        </p:nvSpPr>
        <p:spPr>
          <a:xfrm>
            <a:off x="8284464" y="5212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adaptation_received → difficulty, enemy_density, loot_multiplier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UI/UX для разработчика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настройка — в редакторе Godot, во вкладке Analytics. Разработчик не редактирует конфиги вручную.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778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72491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002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Настройки облака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6002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ingest, размер буфера, интервал автоотправки, retry, кэш offline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264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642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24912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866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ML-профиль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0866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события, critical points (веса), архетипы, bootstrap_actions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00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778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docu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507992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002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логов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6002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logs_viewer: что отправлено, ответы сервера, ошибки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264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3642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507992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866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сервера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0866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health-check и блок последней полученной адаптации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панелей плагина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Настройки облака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4184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45896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52760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2395728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395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ingest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743200" y="23957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http://localhost:8000/telemetry/ingest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2962656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29626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батча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43200" y="29626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событий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68680" y="3529584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52958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Автоотправка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43200" y="35295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каждые 5 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096512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0965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743200" y="40965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попытки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68680" y="4663440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Offline-кэш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43200" y="4663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ML-профиль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12196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103680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85392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2377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Архетипы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7395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94283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7999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7395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1111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socializer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94283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7999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4652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points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46520" y="4023360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40233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time_sec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784080" y="4023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446520" y="4498848"/>
            <a:ext cx="4800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44988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hints_used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784080" y="4498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1.5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46520" y="4974336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4974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deaths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784080" y="4974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для отправки на сервер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12648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32688" y="19751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/telemetry/ingest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2359152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"events": [{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"session_id": "uuid",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"player_id": "player_1",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"event_name": "level_complete",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"timestamp": 1716812345.1,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"parameters": { "time_sec": 120,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"deaths": 2 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"metadata": 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"critical_points": [...],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"archetypes": [...],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"model_mode": "cloud"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78040" y="17830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97496" y="20756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1115" y="2229307"/>
            <a:ext cx="204826" cy="20482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92440" y="19659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events[]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92440" y="23134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 событий: id сессии, игрока, имя, время, parameters для ML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178040" y="31546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97496" y="34472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sli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1115" y="3600907"/>
            <a:ext cx="204826" cy="20482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092440" y="33375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092440" y="36850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critical_points и archetypes из профиля; model_mode = cloud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178040" y="45262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397496" y="48188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1115" y="4972507"/>
            <a:ext cx="204826" cy="20482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092440" y="47091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Формируется автоматически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092440" y="50566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сам подставляет session_id, timestamp, game_time, state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Интеграция в большие проекты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84832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30" y="2243938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029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Изоляция аддона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00200" y="23957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переносится только папка addons/analytics_plugin/ — не конфликтует с кодом игры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64224" y="2084832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3330" y="2243938"/>
            <a:ext cx="212141" cy="21214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29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Минимальное API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086600" y="23957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вызова Analytics встраиваются в любой масштаб проекта без рефакторинга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3401568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3657600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lo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930" y="3816706"/>
            <a:ext cx="212141" cy="21214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36027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 сети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00200" y="396849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батчи, retry и offline-очередь выдерживают нестабильное соединение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0" y="3401568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64224" y="3657600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4" name="Image 3" descr="icons/slid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30" y="3816706"/>
            <a:ext cx="212141" cy="21214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86600" y="36027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Конфигурируемость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7086600" y="396849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архетипы задаёт сам разработчик под свою игру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640080" y="502920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914400" y="5102352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масштабируемости: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слабо связан с игрой (autoload + сигналы), вся тяжёлая логика — на сервере. Игра остаётся лёгкой и не зависит от размера проекта.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геймплей на телеметрии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28655" y="6437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Asset Library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оформление аддона для официального магазина ассетов Godot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sli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панели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воронок событий и истории адаптаций в редакторе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Авто-тесты интеграции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E2E-чеклист test_integration.gd как регрессионная проверка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Сбор и передача игровой телеметрии</a:t>
            </a:r>
            <a:endParaRPr lang="en-US" sz="3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распределённое хранилище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analytics_plugin для Godot 4 · простое API из 4 вызовов · настройка в редакторе · надёжная отправка телеметрии и offline-буфер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  ·  Godot-инженер</a:t>
            </a:r>
            <a:pPr indent="0" marL="0">
              <a:buNone/>
            </a:pP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Минаева Н. В., ст. преподаватель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системы сбора и передачи игровой телеметрии в распределённое хранилище данных</dc:title>
  <dc:subject>PptxGenJS Presentation</dc:subject>
  <dc:creator>Артамонов Фёдор Андреевич</dc:creator>
  <cp:lastModifiedBy>Артамонов Фёдор Андреевич</cp:lastModifiedBy>
  <cp:revision>1</cp:revision>
  <dcterms:created xsi:type="dcterms:W3CDTF">2026-06-15T11:15:39Z</dcterms:created>
  <dcterms:modified xsi:type="dcterms:W3CDTF">2026-06-15T11:15:39Z</dcterms:modified>
</cp:coreProperties>
</file>