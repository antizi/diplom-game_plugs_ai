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A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96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004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делал клиентскую часть проекта — плагин для движка Godot. Его задача — дать разработчику игры простой инструмент: скопировал папку аддона, включил плагин, и игра начинает собирать телеметрию и получать адаптацию из облака. При этом разработчик не пишет ни строчки ML-кода. Расскажу про сферу инди-разработки, почему Godot, как устроен плагин, его интерфейс и контракт с сервером.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это актуально. Инди-разработчики выпускают огромное число игр, но у них почти нет доступа к серьёзной аналитике поведения и адаптивному балансу — это дорого и требует отдельной команды дата-инженеров. В результате сложность настраивается вручную, на глаз, и одинаково для всех игроков. Наша ниша — готовый плагин, который встраивает такую аналитику в любой проект на Godot за несколько шагов. Вся сложность спрятана внутри, наружу — простое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Движок мы выбрали Godot 4 и вот почему. Во-первых, он полностью открытый и бесплатный, под MIT-лицензией — никаких роялти, что принципиально для инди. Во-вторых, у Godot отличная нативная система плагинов: EditorPlugin, autoload-синглтоны, собственные панели в редакторе — всё это «из коробки», именно на этом построен наш аддон. В-третьих, GDScript даёт низкий порог входа и очень быструю итерацию. Целевая версия — 4.2 и выше, вся установка плагина — это копирование одной папки.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плагин встроен в общую систему. В игре есть autoload Analytics — единая точка с четырьмя методами: инициализация, старт игры, track событий и завершение. Модуль cloud_sender собирает события в батчи и шлёт на backend на эндпоинт ingest. Важная деталь — offline-буфер в формате JSONL: если сети нет, события не теряются, а отправляются при восстановлении связи. Обратно приходит adaptation, и AdaptationBridge превращает её в конкретные параметры баланса: сложность, плотность врагов, множитель лута.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интерфейс для разработчика. Вся настройка живёт в редакторе Godot, во вкладке Analytics — руками конфиги править не нужно. Есть четыре блока: настройки облака — URL сервера, размер буфера, интервал автоотправки, повторы и кэш на случай оффлайна; ML-профиль — список событий, критические точки с весами, архетипы и параметр bootstrap_actions; просмотр логов — что ушло на сервер и что он ответил; и проверка сервера — кнопка health-check плюс блок с последней полученной адаптацией.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выглядят панели на практике. Слева — настройки облака: URL эндпоинта ingest, размер батча, интервал автоотправки, число повторов и переключатель offline-кэша. Справа — редактор ML-профиля: разработчик галочками задаёт архетипы, которые должна различать модель, и список критических точек с весами — это те числовые метрики, из которых сервер строит признаки. Всё это сохраняется и автоматически уходит на сервер как профиль игры.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 с сервером. Плагин шлёт на эндпоинт ingest JSON из двух частей. events — это батч событий: каждое содержит id сессии и игрока, имя события, время и parameters — числовые метрики, на которых работает ML. metadata — это критические точки и архетипы из профиля игры плюс режим cloud. Ключевой момент: большую часть полей плагин подставляет сам — session_id, timestamp, game_time, состояние, — разработчику в коде нужно лишь вызвать track с именем события и своим словарём параметров.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решение масштабируется на большие проекты. Аддон полностью изолирован — переносится только своя папка, он не лезет в код игры. API минимально: четыре вызова встраиваются в проект любого размера без рефакторинга. Сеть защищена батчами, повторами и offline-очередью, так что нестабильное соединение не ломает игру. И всё конфигурируется под конкретную игру через профиль. Работает это благодаря слабой связности: плагин общается с игрой через autoload и сигналы, а вся тяжёлая логика вынесена на сервер, поэтому клиент остаётся лёгким.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Планы по плагину: оформить аддон для официальной Asset Library Godot, чтобы его можно было ставить в один клик. Расширить панель редактора — добавить визуализацию воронок событий и историю полученных адаптаций. И довести автоматические E2E-тесты интеграции как регрессионный чеклист. Весь код плагина — в репозитории по QR-коду, папка godot-plugin.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по моей части. Плагин analytics_plugin для Godot 4 даёт инди-разработчику серьёзную аналитику и адаптивный геймплей через простое API из четырёх вызовов, с настройкой прямо в редакторе и надёжной отправкой телеметрии.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системы сбора и передачи игровой телеметрии в распределённое хранилище данных</a:t>
            </a:r>
            <a:endParaRPr lang="en-US" sz="40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game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Godot-инженер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Минаева Н. В.</a:t>
            </a:r>
            <a:endParaRPr lang="en-US" sz="1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преподаватель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Независимая разработка игр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359725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739725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080" y="2949725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3989725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Массовый сегмент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529725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релизов в год; инди — заметная часть рынка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359725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739725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544" y="2949725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3989725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своей аналитики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529725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малых команд нет ресурсов на data-инфраструктуру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359725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739725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sli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5008" y="2949725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3989725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баланс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529725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настраивается «на глаз», одинаково для всех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R"/>
          <p:cNvSpPr/>
          <p:nvPr/>
        </p:nvSpPr>
        <p:spPr>
          <a:xfrm>
            <a:off x="3729116" y="1960000"/>
            <a:ext cx="6607000" cy="3760000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3929116" y="2100000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50" b="1" kern="0" spc="20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/>
          <p:nvPr/>
        </p:nvCxnSpPr>
        <p:spPr>
          <a:xfrm>
            <a:off x="2569116" y="373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/>
          <p:nvPr/>
        </p:nvCxnSpPr>
        <p:spPr>
          <a:xfrm flipH="1">
            <a:off x="2569116" y="392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/>
          <p:nvPr/>
        </p:nvCxnSpPr>
        <p:spPr>
          <a:xfrm flipV="1">
            <a:off x="5519116" y="307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/>
          <p:nvPr/>
        </p:nvCxnSpPr>
        <p:spPr>
          <a:xfrm flipH="1">
            <a:off x="5519116" y="325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/>
          <p:nvPr/>
        </p:nvCxnSpPr>
        <p:spPr>
          <a:xfrm>
            <a:off x="5519116" y="385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/>
          <p:nvPr/>
        </p:nvCxnSpPr>
        <p:spPr>
          <a:xfrm flipH="1" flipV="1">
            <a:off x="5519116" y="403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1859116" y="3520000"/>
            <a:ext cx="660000" cy="430000"/>
          </a:xfrm>
          <a:prstGeom prst="roundRect">
            <a:avLst>
              <a:gd name="adj" fmla="val 9000"/>
            </a:avLst>
          </a:prstGeom>
          <a:solidFill>
            <a:srgbClr val="1F9BD8"/>
          </a:solidFill>
          <a:ln/>
        </p:spPr>
      </p:sp>
      <p:sp>
        <p:nvSpPr>
          <p:cNvPr id="113" name="R"/>
          <p:cNvSpPr/>
          <p:nvPr/>
        </p:nvSpPr>
        <p:spPr>
          <a:xfrm>
            <a:off x="1927116" y="3588000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2143116" y="3950000"/>
            <a:ext cx="92000" cy="96000"/>
          </a:xfrm>
          <a:prstGeom prst="roundRect">
            <a:avLst>
              <a:gd name="adj" fmla="val 0"/>
            </a:avLst>
          </a:prstGeom>
          <a:solidFill>
            <a:srgbClr val="1F9BD8"/>
          </a:solidFill>
          <a:ln/>
        </p:spPr>
      </p:sp>
      <p:sp>
        <p:nvSpPr>
          <p:cNvPr id="115" name="R"/>
          <p:cNvSpPr/>
          <p:nvPr/>
        </p:nvSpPr>
        <p:spPr>
          <a:xfrm>
            <a:off x="2024116" y="4032000"/>
            <a:ext cx="330000" cy="66000"/>
          </a:xfrm>
          <a:prstGeom prst="roundRect">
            <a:avLst>
              <a:gd name="adj" fmla="val 50000"/>
            </a:avLst>
          </a:prstGeom>
          <a:solidFill>
            <a:srgbClr val="1F9BD8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116" y="3390000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/>
          <p:nvPr/>
        </p:nvCxnSpPr>
        <p:spPr>
          <a:xfrm>
            <a:off x="8129116" y="283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8129116" y="283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9" name="ln"/>
          <p:cNvCxnSpPr/>
          <p:nvPr/>
        </p:nvCxnSpPr>
        <p:spPr>
          <a:xfrm>
            <a:off x="8129116" y="2830000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8129116" y="283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8129116" y="308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8129116" y="308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3" name="ln"/>
          <p:cNvCxnSpPr/>
          <p:nvPr/>
        </p:nvCxnSpPr>
        <p:spPr>
          <a:xfrm flipV="1">
            <a:off x="8129116" y="2830000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8129116" y="308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5" name="ln"/>
          <p:cNvCxnSpPr/>
          <p:nvPr/>
        </p:nvCxnSpPr>
        <p:spPr>
          <a:xfrm>
            <a:off x="8129116" y="333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6" name="ln"/>
          <p:cNvCxnSpPr/>
          <p:nvPr/>
        </p:nvCxnSpPr>
        <p:spPr>
          <a:xfrm>
            <a:off x="8429116" y="2830000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7" name="ln"/>
          <p:cNvCxnSpPr/>
          <p:nvPr/>
        </p:nvCxnSpPr>
        <p:spPr>
          <a:xfrm>
            <a:off x="8429116" y="2830000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8429116" y="2940000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9" name="ln"/>
          <p:cNvCxnSpPr/>
          <p:nvPr/>
        </p:nvCxnSpPr>
        <p:spPr>
          <a:xfrm>
            <a:off x="8429116" y="3080000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0" name="ln"/>
          <p:cNvCxnSpPr/>
          <p:nvPr/>
        </p:nvCxnSpPr>
        <p:spPr>
          <a:xfrm flipV="1">
            <a:off x="8429116" y="2940000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1" name="ln"/>
          <p:cNvCxnSpPr/>
          <p:nvPr/>
        </p:nvCxnSpPr>
        <p:spPr>
          <a:xfrm flipV="1">
            <a:off x="8429116" y="3220000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sp>
        <p:nvSpPr>
          <p:cNvPr id="132" name="n"/>
          <p:cNvSpPr/>
          <p:nvPr/>
        </p:nvSpPr>
        <p:spPr>
          <a:xfrm>
            <a:off x="8069116" y="27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3" name="n"/>
          <p:cNvSpPr/>
          <p:nvPr/>
        </p:nvSpPr>
        <p:spPr>
          <a:xfrm>
            <a:off x="8069116" y="302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4" name="n"/>
          <p:cNvSpPr/>
          <p:nvPr/>
        </p:nvSpPr>
        <p:spPr>
          <a:xfrm>
            <a:off x="8069116" y="32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5" name="n"/>
          <p:cNvSpPr/>
          <p:nvPr/>
        </p:nvSpPr>
        <p:spPr>
          <a:xfrm>
            <a:off x="8369116" y="27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6" name="n"/>
          <p:cNvSpPr/>
          <p:nvPr/>
        </p:nvSpPr>
        <p:spPr>
          <a:xfrm>
            <a:off x="8369116" y="302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7" name="n"/>
          <p:cNvSpPr/>
          <p:nvPr/>
        </p:nvSpPr>
        <p:spPr>
          <a:xfrm>
            <a:off x="8369116" y="32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8" name="n"/>
          <p:cNvSpPr/>
          <p:nvPr/>
        </p:nvSpPr>
        <p:spPr>
          <a:xfrm>
            <a:off x="8669116" y="288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9" name="n"/>
          <p:cNvSpPr/>
          <p:nvPr/>
        </p:nvSpPr>
        <p:spPr>
          <a:xfrm>
            <a:off x="8669116" y="316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9116" y="4490000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789116" y="31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649116" y="31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7029116" y="236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7029116" y="544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744116" y="3430000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594116" y="401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6269116" y="304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6269116" y="476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ДВИЖКА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Godot 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92563" y="185623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1692563" y="27249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код, MIT-лицензия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35763" y="185623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4.2+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435763" y="27249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версия движка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78963" y="185623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папка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7178963" y="27249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установка аддона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689605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77824" y="3945637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110229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77824" y="4622293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Бесплатный и открытый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77824" y="5061205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роялти и лицензионных платежей — критично для инди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52544" y="3689605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90288" y="3945637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1" descr="icons/puzz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4110229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90288" y="4622293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Нативная система плагинов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90288" y="5061205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EditorPlugin, автозагрузка, кастомные панели редактора «из коробки»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65008" y="3689605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02752" y="3945637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7344" y="4110229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02752" y="4622293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GDScript + быстрый цикл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8302752" y="5061205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низкий порог входа, мгновенная итерация в редакторе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Роль плагина в общей системе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1F9BD8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9536" y="2203704"/>
            <a:ext cx="530352" cy="530352"/>
          </a:xfrm>
          <a:prstGeom prst="ellipse">
            <a:avLst/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gamepad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42" y="2362810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9536" y="284378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59536" y="320954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событий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20040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474720" y="19659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94176" y="220370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clo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282" y="2362810"/>
            <a:ext cx="212141" cy="21214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94176" y="284378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Отправка в облако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694176" y="320954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офлайн-буфер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309360" y="19659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528816" y="220370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1" name="Image 2" descr="icons/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7922" y="2362810"/>
            <a:ext cx="212141" cy="21214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28816" y="284378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528816" y="320954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/telemetry/ingest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886968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9144000" y="19659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363456" y="220370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7" name="Image 3" descr="icons/slid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2562" y="2362810"/>
            <a:ext cx="212141" cy="212141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363456" y="284378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9363456" y="320954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в игру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640080" y="393192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859536" y="4169664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2" name="Image 4" descr="icons/bo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155" y="4323283"/>
            <a:ext cx="204826" cy="20482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859536" y="480974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Автозагрузка Analytics</a:t>
            </a:r>
            <a:endParaRPr lang="en-US" sz="1350" dirty="0"/>
          </a:p>
        </p:txBody>
      </p:sp>
      <p:sp>
        <p:nvSpPr>
          <p:cNvPr id="34" name="Text 27"/>
          <p:cNvSpPr/>
          <p:nvPr/>
        </p:nvSpPr>
        <p:spPr>
          <a:xfrm>
            <a:off x="859536" y="5212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инициализация</a:t>
            </a: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старт новой игры · запись события · завершение игры</a:t>
            </a:r>
            <a:endParaRPr lang="en-US" sz="1150" dirty="0"/>
          </a:p>
        </p:txBody>
      </p:sp>
      <p:sp>
        <p:nvSpPr>
          <p:cNvPr id="35" name="Shape 28"/>
          <p:cNvSpPr/>
          <p:nvPr/>
        </p:nvSpPr>
        <p:spPr>
          <a:xfrm>
            <a:off x="4352544" y="393192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4572000" y="4169664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7" name="Image 5" descr="icons/clo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5619" y="4323283"/>
            <a:ext cx="204826" cy="204826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572000" y="480974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Офлайн-буфер JSONL</a:t>
            </a:r>
            <a:endParaRPr lang="en-US" sz="1350" dirty="0"/>
          </a:p>
        </p:txBody>
      </p:sp>
      <p:sp>
        <p:nvSpPr>
          <p:cNvPr id="39" name="Text 31"/>
          <p:cNvSpPr/>
          <p:nvPr/>
        </p:nvSpPr>
        <p:spPr>
          <a:xfrm>
            <a:off x="4572000" y="5212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не теряются без сети, отправляются при восстановлении связи</a:t>
            </a:r>
            <a:endParaRPr lang="en-US" sz="1150" dirty="0"/>
          </a:p>
        </p:txBody>
      </p:sp>
      <p:sp>
        <p:nvSpPr>
          <p:cNvPr id="40" name="Shape 32"/>
          <p:cNvSpPr/>
          <p:nvPr/>
        </p:nvSpPr>
        <p:spPr>
          <a:xfrm>
            <a:off x="8065008" y="393192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8284464" y="4169664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42" name="Image 6" descr="icons/l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8083" y="4323283"/>
            <a:ext cx="204826" cy="204826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8284464" y="480974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Мост адаптации</a:t>
            </a:r>
            <a:endParaRPr lang="en-US" sz="1350" dirty="0"/>
          </a:p>
        </p:txBody>
      </p:sp>
      <p:sp>
        <p:nvSpPr>
          <p:cNvPr id="44" name="Text 35"/>
          <p:cNvSpPr/>
          <p:nvPr/>
        </p:nvSpPr>
        <p:spPr>
          <a:xfrm>
            <a:off x="8284464" y="5212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адаптации → сложность, плотность врагов, множитель добычи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UI/UX для разработчика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настройка — в редакторе Godot, во вкладке Analytics. Разработчик не редактирует конфиги вручную.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54380" y="2505456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92124" y="2779776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716" y="2944368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714500" y="27249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Настройки облака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714500" y="310896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приёма, размер буфера, интервал автоотправки, повторы, офлайн-кэш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40780" y="2505456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78524" y="2779776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2944368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00900" y="27249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ML-профиль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200900" y="310896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события, критические точки (веса), архетипы, стартовые действия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54380" y="4288536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92124" y="4562856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docu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716" y="4727448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714500" y="45079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логов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714500" y="489204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логов: что отправлено, ответы сервера, ошибки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240780" y="4288536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78524" y="4562856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727448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200900" y="45079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сервера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200900" y="489204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проверки состояния и блок последней полученной адаптации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панелей плагина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Настройки облака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4184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45896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52760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2395728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395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приёма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743200" y="23957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http://localhost:8000/telemetry/ingest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2962656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29626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батча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43200" y="29626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событий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68680" y="3529584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52958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Автоотправка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43200" y="35295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каждые 5 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096512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0965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743200" y="40965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попытки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68680" y="4663440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Офлайн-кэш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43200" y="4663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ML-профиль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12196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103680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85392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2377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Архетипы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7395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94283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7999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7395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1111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socializer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94283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7999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4652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Критические точки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46520" y="4023360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40233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time_sec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784080" y="4023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446520" y="4498848"/>
            <a:ext cx="4800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44988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hints_used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784080" y="4498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1.5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46520" y="4974336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4974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deaths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784080" y="4974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для отправки на сервер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12648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32688" y="19751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/telemetry/ingest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2359152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"events": [{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"session_id": "uuid",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"player_id": "player_1",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"event_name": "level_complete",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"timestamp": 1716812345.1,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"parameters": { "time_sec": 120,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"deaths": 2 }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"metadata": {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"critical_points": [...],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"archetypes": [...],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"model_mode": "cloud"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78040" y="17830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97496" y="20756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1115" y="2229307"/>
            <a:ext cx="204826" cy="20482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92440" y="19659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events[]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92440" y="23134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 событий: id сессии, игрока, имя, время, parameters для ML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178040" y="31546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97496" y="34472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1115" y="3600907"/>
            <a:ext cx="204826" cy="20482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092440" y="33375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092440" y="36850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critical_points и archetypes из профиля; model_mode = cloud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178040" y="45262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397496" y="48188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1115" y="4972507"/>
            <a:ext cx="204826" cy="20482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092440" y="47091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Формируется автоматически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092440" y="50566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сам подставляет session_id, timestamp, game_time, state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Интеграция в большие проекты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9600" y="2399386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7344" y="265541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puzz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450" y="2814524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69720" y="260055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Изоляция аддона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569720" y="2966314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переносится только папка addons/analytics_plugin/ — не конфликтует с кодом игры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096000" y="2399386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33744" y="265541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850" y="2814524"/>
            <a:ext cx="212141" cy="21214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56120" y="260055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Минимальное API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056120" y="2966314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вызова Analytics встраиваются в любой масштаб проекта без рефакторинга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09600" y="3972154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47344" y="4228186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450" y="4387292"/>
            <a:ext cx="212141" cy="21214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9720" y="417332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 сети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569720" y="453908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батчи, повторы и офлайн-очередь выдерживают нестабильное соединение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096000" y="3972154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33744" y="4228186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4" name="Image 3" descr="icons/slid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850" y="4387292"/>
            <a:ext cx="212141" cy="21214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56120" y="417332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Конфигурируемость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7056120" y="453908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архетипы задаёт сам разработчик под свою игру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Asset Library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оформление аддона для официального магазина ассетов Godot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панели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воронок событий и истории адаптаций в редакторе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Авто-тесты интеграции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чек-лист test_integration.gd как регрессионная проверка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Сбор и передача игровой телеметрии</a:t>
            </a:r>
            <a:endParaRPr lang="en-US" sz="4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распределённое хранилище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  ·  Godot-инженер</a:t>
            </a: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Минаева Н. В., ст. преподаватель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1403</Words>
  <Application>Microsoft Office PowerPoint</Application>
  <PresentationFormat>Широкоэкранный</PresentationFormat>
  <Paragraphs>176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системы сбора и передачи игровой телеметрии в распределённое хранилище данных</dc:title>
  <dc:subject>PptxGenJS Presentation</dc:subject>
  <dc:creator>Артамонов Фёдор Андреевич</dc:creator>
  <cp:lastModifiedBy>fuller276</cp:lastModifiedBy>
  <cp:revision>2</cp:revision>
  <dcterms:created xsi:type="dcterms:W3CDTF">2026-06-15T11:15:39Z</dcterms:created>
  <dcterms:modified xsi:type="dcterms:W3CDTF">2026-06-15T18:33:20Z</dcterms:modified>
</cp:coreProperties>
</file>