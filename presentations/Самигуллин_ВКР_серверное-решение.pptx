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1394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серверную часть проекта — backend и базу данных. Сервер принимает телеметрию от игры, сохраняет её, строит признаки и обращается к ML-сервису, а затем возвращает игре параметры адаптации. Главной целью для меня было сделать систему масштабируемой и поддерживаемой, поэтому я расскажу про выбор PostgreSQL и FastAPI, про устройство эндпоинтов и про то, как процессы устроены внутри, включая контейнеризацию в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вообще нужен сервер. Телеметрию нельзя держать на клиенте: данные многих игроков надо собирать централизованно, надёжно хранить и отдавать модели. Сервер — это единое хранилище и источник правды: он валидирует входные данные и хранит историю предсказаний. И именно сюда вынесена вся тяжёлая логика — построение признаков и обращение к ML. По сути backend — центральный узел между игрой и ML, который в реальном времени обслуживает множество клиентов.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Базу данных я выбрал PostgreSQL. Во-первых, надёжность: полноценные ACID-транзакции гарантируют целостность телеметрии. Во-вторых, тип JSONB — события приходят с произвольными parameters и state, и Postgres хранит их как гибкий, при этом индексируемый JSON, не ломая схему. В-третьих, производительность: индексы, быстрые батч-вставки и выборки по сессиям. И в-четвёртых — это открытая, бесплатная и очень зрелая СУБД с огромной экосистемой, проверенная в продакшене.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данных простая и расширяемая. Три основные таблицы: sessions — игровые сессии с UUID; events — события, где произвольные данные лежат в поле payload типа JSONB; и predictions — история предсказаний модели с архетипом, уверенностью и id модели. Отдельно есть game_models — профиль игры с архетипами и критическими точками, это единый контракт с ML. Все миграции идемпотентны и применяются автоматически при каждом старте сервера, поэтому база всегда в актуальном состоянии без ручных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FastAPI. Он асинхронный, поэтому хорошо держит поток запросов телеметрии без блокировок. Встроенная валидация через Pydantic: входные JSON проверяются по строгим схемам, и ошибки ловятся ещё до бизнес-логики. И он автоматически генерирует документацию OpenAPI и Swagger — это удобно и команде, и автору плагина, который видит контракт прямо на странице /docs. Сочетание скорости, валидации и автодокументации и определило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Эндпоинты я разделил на две группы. Слева — рабочие, через которые игра общается с сервером: открыть сессию, отправить батч телеметрии — здесь же раз в N событий вызывается ML, — и закрыть сессию. Но чтобы система была масштабируемой и поддерживаемой, одних рабочих эндпоинтов мало, поэтому справа — служебные: health-check для мониторинга сервиса и базы, чтение и запись профиля игры — это контракт с ML, выдача последней адаптации и запуск переобучения модели. Именно служебные эндпоинты делают систему пригодной к эксплуатации.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внутреннее устройство. Backend разбит на слои. routes — это HTTP-маршруты с валидацией Pydantic: game, sessions, telemetry. services — бизнес-логика: ingest сохраняет события, build_features строит признаки, ml_client общается с ML. И слой моделей с миграциями — SQLAlchemy и идемпотентный SQL. Такая слоистость даёт разделение ответственности: маршруты не знают про SQL, сервисы — про HTTP, каждый слой меняется независимо. Это и есть поддерживаемость. Систему покрывают 13 тестов — от unit до сквозных E2E, а вся конфигурация вынесена в .env.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полный путь одного батча событий — это удобно анимировать по шагам. Шаг первый: приходит POST на ingest, Pydantic валидирует данные. Второй: события сохраняются в PostgreSQL, произвольные поля — в JSONB. Третий: сервис build_features превращает накопленные события в вектор признаков по критическим точкам профиля. Четвёртый: каждые N событий ml_client вызывает ML-сервис на /predict. Пятый: предсказание сохраняется в базу, а параметры адаптации кладутся прямо в ответ на ingest — и плагин тут же передаёт их в игру. Весь стек — postgres, backend и ml — поднимается одной командой docker compose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серверу: добавить метрики и логирование — латентность предсказаний, частоту fallback, мониторинг нагрузки. Зафиксировать политику отказов: что делать при недоступности ML — отдавать понятную ошибку или fallback. И подготовить горизонтальное масштабирование: несколько воркеров backend, пул соединений к базе, готовность к оркестрации в Kubernetes. Весь код backend — в репозитории по QR-коду, папка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backend. Сервер на FastAPI и PostgreSQL в Docker — это центральный узел системы: он принимает телеметрию, строит признаки, связывается с ML и возвращает адаптацию. Благодаря слоистой архитектуре, служебным эндпоинтам, миграциям и тестам систему легко масштабировать и поддерживать.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серверного решения для сбора и анализа игровых данных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в Docker: приём событий, построение признаков, связка с ML и масштабируемая, поддерживаемая система эндпоинтов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Backend-инженер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Необходимость серверной части для телеметрии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Телеметрию нельзя хранить и обрабатывать на клиенте: данные многих игроков нужно собирать централизованно, надёжно сохранять и отдавать ML. Это задача сервера.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88950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Единое хранилище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96112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всех игроков и сессий в одной надёжной БД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52544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08576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88950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8576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правды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608576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валидирует данные и хранит историю предсказаний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65008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889504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Тяжёлое — на сервере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321040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 и ML вынесены с клиента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4846320"/>
            <a:ext cx="658368" cy="658368"/>
          </a:xfrm>
          <a:prstGeom prst="ellipse">
            <a:avLst/>
          </a:prstGeom>
          <a:solidFill>
            <a:srgbClr val="0E7FB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910" y="5043830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783080" y="4828032"/>
            <a:ext cx="9539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backend: 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центральный узел между игрой и ML. Принимает события от плагина, строит вектор признаков, вызывает ML-сервис и возвращает адаптацию в ответе — в реальном времени и для множества клиентов.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ext"/>
          <p:cNvSpPr/>
          <p:nvPr/>
        </p:nvSpPr>
        <p:spPr>
          <a:xfrm>
            <a:off x="640080" y="749808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 проект целиком</a:t>
            </a:r>
          </a:p>
        </p:txBody>
      </p:sp>
      <p:sp>
        <p:nvSpPr>
          <p:cNvPr id="103" name="Text"/>
          <p:cNvSpPr/>
          <p:nvPr/>
        </p:nvSpPr>
        <p:spPr>
          <a:xfrm>
            <a:off x="640080" y="1500000"/>
            <a:ext cx="1091184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собирает события, сервер их обрабатывает и хранит, нейросетевая модель возвращает параметры адаптации — и геймплей подстраивается под игрока.</a:t>
            </a:r>
          </a:p>
        </p:txBody>
      </p:sp>
      <p:sp>
        <p:nvSpPr>
          <p:cNvPr id="104" name="Card"/>
          <p:cNvSpPr/>
          <p:nvPr/>
        </p:nvSpPr>
        <p:spPr>
          <a:xfrm>
            <a:off x="64008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05" name="Text"/>
          <p:cNvSpPr/>
          <p:nvPr/>
        </p:nvSpPr>
        <p:spPr>
          <a:xfrm>
            <a:off x="90008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· GODOT</a:t>
            </a:r>
          </a:p>
        </p:txBody>
      </p:sp>
      <p:sp>
        <p:nvSpPr>
          <p:cNvPr id="106" name="Text"/>
          <p:cNvSpPr/>
          <p:nvPr/>
        </p:nvSpPr>
        <p:spPr>
          <a:xfrm>
            <a:off x="90008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Игра</a:t>
            </a:r>
          </a:p>
        </p:txBody>
      </p:sp>
      <p:sp>
        <p:nvSpPr>
          <p:cNvPr id="107" name="Text"/>
          <p:cNvSpPr/>
          <p:nvPr/>
        </p:nvSpPr>
        <p:spPr>
          <a:xfrm>
            <a:off x="90008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аддон analytics_plugin</a:t>
            </a:r>
          </a:p>
        </p:txBody>
      </p:sp>
      <p:sp>
        <p:nvSpPr>
          <p:cNvPr id="108" name="Text"/>
          <p:cNvSpPr/>
          <p:nvPr/>
        </p:nvSpPr>
        <p:spPr>
          <a:xfrm>
            <a:off x="90008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сбор игровых событий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отправка телеметрии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приём адаптации</a:t>
            </a:r>
          </a:p>
        </p:txBody>
      </p:sp>
      <p:sp>
        <p:nvSpPr>
          <p:cNvPr id="109" name="Card"/>
          <p:cNvSpPr/>
          <p:nvPr/>
        </p:nvSpPr>
        <p:spPr>
          <a:xfrm>
            <a:off x="444600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9050">
            <a:solidFill>
              <a:srgbClr val="1F9BD8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0" name="Text"/>
          <p:cNvSpPr/>
          <p:nvPr/>
        </p:nvSpPr>
        <p:spPr>
          <a:xfrm>
            <a:off x="470600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CF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sp>
        <p:nvSpPr>
          <p:cNvPr id="111" name="Text"/>
          <p:cNvSpPr/>
          <p:nvPr/>
        </p:nvSpPr>
        <p:spPr>
          <a:xfrm>
            <a:off x="470600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</a:p>
        </p:txBody>
      </p:sp>
      <p:sp>
        <p:nvSpPr>
          <p:cNvPr id="112" name="Text"/>
          <p:cNvSpPr/>
          <p:nvPr/>
        </p:nvSpPr>
        <p:spPr>
          <a:xfrm>
            <a:off x="470600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</a:p>
        </p:txBody>
      </p:sp>
      <p:sp>
        <p:nvSpPr>
          <p:cNvPr id="113" name="Text"/>
          <p:cNvSpPr/>
          <p:nvPr/>
        </p:nvSpPr>
        <p:spPr>
          <a:xfrm>
            <a:off x="470600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приём и хранение событий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построение признаков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вызов ML, ответ игре</a:t>
            </a:r>
          </a:p>
        </p:txBody>
      </p:sp>
      <p:sp>
        <p:nvSpPr>
          <p:cNvPr id="114" name="Card"/>
          <p:cNvSpPr/>
          <p:nvPr/>
        </p:nvSpPr>
        <p:spPr>
          <a:xfrm>
            <a:off x="825192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5" name="Text"/>
          <p:cNvSpPr/>
          <p:nvPr/>
        </p:nvSpPr>
        <p:spPr>
          <a:xfrm>
            <a:off x="851192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</a:p>
        </p:txBody>
      </p:sp>
      <p:sp>
        <p:nvSpPr>
          <p:cNvPr id="116" name="Text"/>
          <p:cNvSpPr/>
          <p:nvPr/>
        </p:nvSpPr>
        <p:spPr>
          <a:xfrm>
            <a:off x="851192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ML-сервис</a:t>
            </a:r>
          </a:p>
        </p:txBody>
      </p:sp>
      <p:sp>
        <p:nvSpPr>
          <p:cNvPr id="117" name="Text"/>
          <p:cNvSpPr/>
          <p:nvPr/>
        </p:nvSpPr>
        <p:spPr>
          <a:xfrm>
            <a:off x="851192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· ONNX</a:t>
            </a:r>
          </a:p>
        </p:txBody>
      </p:sp>
      <p:sp>
        <p:nvSpPr>
          <p:cNvPr id="118" name="Text"/>
          <p:cNvSpPr/>
          <p:nvPr/>
        </p:nvSpPr>
        <p:spPr>
          <a:xfrm>
            <a:off x="851192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определение архетипа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расчёт параметров адаптации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обучение на данных</a:t>
            </a:r>
          </a:p>
        </p:txBody>
      </p:sp>
      <p:sp>
        <p:nvSpPr>
          <p:cNvPr id="119" name="Text"/>
          <p:cNvSpPr/>
          <p:nvPr/>
        </p:nvSpPr>
        <p:spPr>
          <a:xfrm>
            <a:off x="4013040" y="3220000"/>
            <a:ext cx="360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7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</a:p>
        </p:txBody>
      </p:sp>
      <p:sp>
        <p:nvSpPr>
          <p:cNvPr id="121" name="Text"/>
          <p:cNvSpPr/>
          <p:nvPr/>
        </p:nvSpPr>
        <p:spPr>
          <a:xfrm>
            <a:off x="7818960" y="3220000"/>
            <a:ext cx="360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7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</a:p>
        </p:txBody>
      </p:sp>
      <p:sp>
        <p:nvSpPr>
          <p:cNvPr id="123" name="Card"/>
          <p:cNvSpPr/>
          <p:nvPr/>
        </p:nvSpPr>
        <p:spPr>
          <a:xfrm>
            <a:off x="640080" y="4680000"/>
            <a:ext cx="10911840" cy="580000"/>
          </a:xfrm>
          <a:prstGeom prst="roundRect">
            <a:avLst>
              <a:gd name="adj" fmla="val 8000"/>
            </a:avLst>
          </a:prstGeom>
          <a:solidFill>
            <a:srgbClr val="EAF6FC"/>
          </a:solidFill>
          <a:ln w="12700">
            <a:solidFill>
              <a:srgbClr val="CFE6F4"/>
            </a:solidFill>
            <a:prstDash val="solid"/>
          </a:ln>
        </p:spPr>
      </p:sp>
      <p:sp>
        <p:nvSpPr>
          <p:cNvPr id="124" name="Text"/>
          <p:cNvSpPr/>
          <p:nvPr/>
        </p:nvSpPr>
        <p:spPr>
          <a:xfrm>
            <a:off x="940080" y="4680000"/>
            <a:ext cx="10311840" cy="5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b="1" kern="0" dirty="0">
                <a:solidFill>
                  <a:srgbClr val="157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Адаптация возвращается в игру в ответе сервера:  </a:t>
            </a: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· плотность врагов · множитель добычи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1/2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PostgreSQL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600200"/>
          </a:xfrm>
          <a:prstGeom prst="roundRect">
            <a:avLst>
              <a:gd name="adj" fmla="val 514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1031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26771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482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и ACID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323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и целостность данных телеметрии гарантированы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600200"/>
          </a:xfrm>
          <a:prstGeom prst="roundRect">
            <a:avLst>
              <a:gd name="adj" fmla="val 514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1031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267712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482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 из коробки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086600" y="24323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parameters и state событий хранятся как индексируемый JSON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3611880"/>
            <a:ext cx="5257800" cy="1600200"/>
          </a:xfrm>
          <a:prstGeom prst="roundRect">
            <a:avLst>
              <a:gd name="adj" fmla="val 514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8862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05079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831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Производительность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42153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индексы, быстрые вставки батчей и выборки по сессиям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26480" y="3611880"/>
            <a:ext cx="5257800" cy="1600200"/>
          </a:xfrm>
          <a:prstGeom prst="roundRect">
            <a:avLst>
              <a:gd name="adj" fmla="val 514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8862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405079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831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и зрелая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7086600" y="42153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бесплатна, огромная экосистема, проверена в продакшене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2/2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данных и миграции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222565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5448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22960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(UUID)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2960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player_id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22960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game_version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22960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2688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started_at / ended_at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52544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90288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1" name="Image 1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394" y="2225650"/>
            <a:ext cx="212141" cy="212141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66944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4535424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45152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(FK)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535424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645152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event_type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535424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645152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(JSONB)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4535424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645152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8065008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02752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3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1858" y="2225650"/>
            <a:ext cx="212141" cy="212141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9794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predictions</a:t>
            </a:r>
            <a:endParaRPr lang="en-US" sz="1600" dirty="0"/>
          </a:p>
        </p:txBody>
      </p:sp>
      <p:sp>
        <p:nvSpPr>
          <p:cNvPr id="35" name="Shape 30"/>
          <p:cNvSpPr/>
          <p:nvPr/>
        </p:nvSpPr>
        <p:spPr>
          <a:xfrm>
            <a:off x="8247888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357616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(FK)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247888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57616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predicted_archetype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8247888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357616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8247888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357616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model_id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640080" y="4800600"/>
            <a:ext cx="10911535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4" name="Text 39"/>
          <p:cNvSpPr/>
          <p:nvPr/>
        </p:nvSpPr>
        <p:spPr>
          <a:xfrm>
            <a:off x="914400" y="493776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Идемпотентные SQL-миграции: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применяются автоматически при каждом старте backend (CREATE IF NOT EXISTS). Схема game_models хранит профиль игры: архетипы, critical_points, feature_schema — единый контракт с ML.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ФРЕЙМВОРКА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FastAPI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47088" y="18013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847088" y="2670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пропускная способность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90288" y="18013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Pydantic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90288" y="2670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схем из коробки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33488" y="18013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Swagger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7333488" y="2670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 /docs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66674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Асинхронность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множества запросов телеметрии без блокировок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66674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Строгие схемы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валидирует входные JSON — меньше ошибок в рантайме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4" y="366674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OpenAPI/Swagger генерируется сам — удобно для команды и плагина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Рабочие и служебные эндпоинты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Общение игры с сервером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27632" y="22402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/game/session/start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627632" y="25328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сессию → session_id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27632" y="3108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/telemetry/ingest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627632" y="34015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 + ML каждые N событий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8620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27632" y="39776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/game/session/{id}/end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627632" y="42702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закрыть сессию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— для масштаба и поддержки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214884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395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26" name="Text 24"/>
          <p:cNvSpPr/>
          <p:nvPr/>
        </p:nvSpPr>
        <p:spPr>
          <a:xfrm>
            <a:off x="647395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296912" y="224028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96912" y="253288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сервиса и БД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01752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7395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96912" y="310896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/game/profile · PUT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340156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игры (контракт с ML)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88620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296912" y="397764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/game/session/{id}/adaptation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96912" y="427024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адаптация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09360" y="475488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73952" y="495604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41" name="Text 39"/>
          <p:cNvSpPr/>
          <p:nvPr/>
        </p:nvSpPr>
        <p:spPr>
          <a:xfrm>
            <a:off x="6473952" y="495604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96912" y="484632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/game/train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296912" y="513892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обучения модели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498348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120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служебных:  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health-check, профиль игры, выдача адаптации и запуск обучения делают систему удобной в эксплуатации и развитии.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1/2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Внутреннее устройство сервера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852160" cy="1170432"/>
          </a:xfrm>
          <a:prstGeom prst="roundRect">
            <a:avLst>
              <a:gd name="adj" fmla="val 7031"/>
            </a:avLst>
          </a:prstGeom>
          <a:solidFill>
            <a:schemeClr val="bg1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21284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3774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103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871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· sessions · telemetry — приём HTTP, валидация Pydantic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24612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77824" y="353872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37033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600200" y="38130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build_features, ml_client — бизнес-логика и связка с ML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57200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486460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029200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4754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/ migrations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SQLAlchemy-модели и идемпотентные SQL-миграции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920240"/>
            <a:ext cx="4785055" cy="3822192"/>
          </a:xfrm>
          <a:prstGeom prst="roundRect">
            <a:avLst>
              <a:gd name="adj" fmla="val 215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040880" y="2121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Слоистая архитектура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7040880" y="2560320"/>
            <a:ext cx="4236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Разделение ответственности: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 не знают про SQL, сервисы — про HTTP. Каждый слой меняется независимо.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Тестируемость: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тестов — 3 unit + 3 integration + 7 E2E — покрывают ingest, features и весь путь до ML.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 через .env: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БД, ML и CORS — без правок кода.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2/2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обработки события (поток ingest)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97510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81328" y="197510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515" y="2101291"/>
            <a:ext cx="168250" cy="1682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182880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</a:t>
            </a: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577840" y="182880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/telemetry/ingest, валидация Pydantic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32688" y="239572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65176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1248" y="279806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481328" y="279806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1" descr="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7515" y="2924251"/>
            <a:ext cx="168250" cy="168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103120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577840" y="265176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→ PostgreSQL (JSONB payload)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32688" y="32186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" y="347472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1248" y="362102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5" name="Text 21"/>
          <p:cNvSpPr/>
          <p:nvPr/>
        </p:nvSpPr>
        <p:spPr>
          <a:xfrm>
            <a:off x="841248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481328" y="362102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7" name="Image 2" descr="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515" y="3747211"/>
            <a:ext cx="168250" cy="16825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2103120" y="34747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577840" y="347472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build_features_from_events() по critical points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932688" y="40416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0080" y="429768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4124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33" name="Text 28"/>
          <p:cNvSpPr/>
          <p:nvPr/>
        </p:nvSpPr>
        <p:spPr>
          <a:xfrm>
            <a:off x="841248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148132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5" name="Image 3" descr="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7515" y="4570171"/>
            <a:ext cx="168250" cy="16825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2103120" y="429768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ML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5577840" y="429768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ml_client → POST /predict каждые N событий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932688" y="48646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40080" y="512064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841248" y="526694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41" name="Text 35"/>
          <p:cNvSpPr/>
          <p:nvPr/>
        </p:nvSpPr>
        <p:spPr>
          <a:xfrm>
            <a:off x="841248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1481328" y="526694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43" name="Image 4" descr="icons/sli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7515" y="5393131"/>
            <a:ext cx="168250" cy="16825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2103120" y="512064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адаптации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577840" y="512064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сохранён, adaptation в ответе ingest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логирование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/predict, fallback-rate, мониторинг нагрузки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 отказов ML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чёткий fallback или 503 при недоступности ML-сервиса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ont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воркеров backend, пул соединений, готовность к k8s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Серверное решение для сбора</a:t>
            </a:r>
            <a:endParaRPr lang="en-US" sz="3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анализа игровых данных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в Docker · рабочие и служебные эндпоинты · слоистая архитектура, миграции и тесты — масштабируемо и поддерживаемо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  ·  Backend-инженер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1661</Words>
  <Application>Microsoft Office PowerPoint</Application>
  <PresentationFormat>Широкоэкранный</PresentationFormat>
  <Paragraphs>194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серверного решения для сбора и анализа игровых данных</dc:title>
  <dc:subject>PptxGenJS Presentation</dc:subject>
  <dc:creator>Самигуллин Максим Ринатович</dc:creator>
  <cp:lastModifiedBy>fuller276</cp:lastModifiedBy>
  <cp:revision>4</cp:revision>
  <dcterms:created xsi:type="dcterms:W3CDTF">2026-06-15T11:15:39Z</dcterms:created>
  <dcterms:modified xsi:type="dcterms:W3CDTF">2026-06-15T13:04:58Z</dcterms:modified>
</cp:coreProperties>
</file>