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713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серверную часть проекта — backend и базу данных. Сервер принимает телеметрию от игры, сохраняет её, строит признаки и обращается к ML-сервису, а затем возвращает игре параметры адаптации. Главной целью для меня было сделать систему масштабируемой и поддерживаемой, поэтому я расскажу про выбор PostgreSQL и FastAPI, про устройство эндпоинтов и про то, как процессы устроены внутри, включая контейнеризацию в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вообще нужен сервер. Телеметрию нельзя держать на клиенте: данные многих игроков надо собирать централизованно, надёжно хранить и отдавать модели. Сервер — это единое хранилище и источник правды: он валидирует входные данные и хранит историю предсказаний. И именно сюда вынесена вся тяжёлая логика — построение признаков и обращение к ML. По сути backend — центральный узел между игрой и ML, который в реальном времени обслуживает множество клиентов.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Базу данных я выбрал PostgreSQL. Во-первых, надёжность: полноценные ACID-транзакции гарантируют целостность телеметрии. Во-вторых, тип JSONB — события приходят с произвольными parameters и state, и Postgres хранит их как гибкий, при этом индексируемый JSON, не ломая схему. В-третьих, производительность: индексы, быстрые батч-вставки и выборки по сессиям. И в-четвёртых — это открытая, бесплатная и очень зрелая СУБД с огромной экосистемой, проверенная в продакшене.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данных простая и расширяемая. Три основные таблицы: sessions — игровые сессии с UUID; events — события, где произвольные данные лежат в поле payload типа JSONB; и predictions — история предсказаний модели с архетипом, уверенностью и id модели. Отдельно есть game_models — профиль игры с архетипами и критическими точками, это единый контракт с ML. Все миграции идемпотентны и применяются автоматически при каждом старте сервера, поэтому база всегда в актуальном состоянии без ручных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FastAPI. Он асинхронный, поэтому хорошо держит поток запросов телеметрии без блокировок. Встроенная валидация через Pydantic: входные JSON проверяются по строгим схемам, и ошибки ловятся ещё до бизнес-логики. И он автоматически генерирует документацию OpenAPI и Swagger — это удобно и команде, и автору плагина, который видит контракт прямо на странице /docs. Сочетание скорости, валидации и автодокументации и определило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Эндпоинты я разделил на две группы. Слева — рабочие, через которые игра общается с сервером: открыть сессию, отправить батч телеметрии — здесь же раз в N событий вызывается ML, — и закрыть сессию. Но чтобы система была масштабируемой и поддерживаемой, одних рабочих эндпоинтов мало, поэтому справа — служебные: health-check для мониторинга сервиса и базы, чтение и запись профиля игры — это контракт с ML, выдача последней адаптации и запуск переобучения модели. Именно служебные эндпоинты делают систему пригодной к эксплуатации.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внутреннее устройство. Backend разбит на слои. routes — это HTTP-маршруты с валидацией Pydantic: game, sessions, telemetry. services — бизнес-логика: ingest сохраняет события, build_features строит признаки, ml_client общается с ML. И слой моделей с миграциями — SQLAlchemy и идемпотентный SQL. Такая слоистость даёт разделение ответственности: маршруты не знают про SQL, сервисы — про HTTP, каждый слой меняется независимо. Это и есть поддерживаемость. Систему покрывают 13 тестов — от unit до сквозных E2E, а вся конфигурация вынесена в .env.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полный путь одного батча событий — это удобно анимировать по шагам. Шаг первый: приходит POST на ingest, Pydantic валидирует данные. Второй: события сохраняются в PostgreSQL, произвольные поля — в JSONB. Третий: сервис build_features превращает накопленные события в вектор признаков по критическим точкам профиля. Четвёртый: каждые N событий ml_client вызывает ML-сервис на /predict. Пятый: предсказание сохраняется в базу, а параметры адаптации кладутся прямо в ответ на ingest — и плагин тут же передаёт их в игру. Весь стек — postgres, backend и ml — поднимается одной командой docker compose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серверу: добавить метрики и логирование — латентность предсказаний, частоту fallback, мониторинг нагрузки. Зафиксировать политику отказов: что делать при недоступности ML — отдавать понятную ошибку или fallback. И подготовить горизонтальное масштабирование: несколько воркеров backend, пул соединений к базе, готовность к оркестрации в Kubernetes. Весь код backend — в репозитории по QR-коду, папка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backend. Сервер на FastAPI и PostgreSQL в Docker — это центральный узел системы: он принимает телеметрию, строит признаки, связывается с ML и возвращает адаптацию. Благодаря слоистой архитектуре, служебным эндпоинтам, миграциям и тестам систему легко масштабировать и поддерживать.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серверного решения для сбора и анализа игровых данных</a:t>
            </a:r>
            <a:endParaRPr lang="en-US" sz="32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Backend-инженер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Необходимость серверной части для телеметрии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376503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756503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966503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4006503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хранилище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546503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всех игроков и сессий в одной надёжной БД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376503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756503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966503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4006503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правды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546503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валидирует данные и хранит историю предсказаний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376503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756503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966503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4006503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Тяжёлое — на сервере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546503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 и ML вынесены с клиента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931361" y="2126562"/>
            <a:ext cx="6269652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4131361" y="2240547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>
            <a:cxnSpLocks/>
          </p:cNvCxnSpPr>
          <p:nvPr/>
        </p:nvCxnSpPr>
        <p:spPr>
          <a:xfrm>
            <a:off x="2771361" y="3870547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>
            <a:cxnSpLocks/>
          </p:cNvCxnSpPr>
          <p:nvPr/>
        </p:nvCxnSpPr>
        <p:spPr>
          <a:xfrm flipH="1">
            <a:off x="2771361" y="4060547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>
            <a:cxnSpLocks/>
          </p:cNvCxnSpPr>
          <p:nvPr/>
        </p:nvCxnSpPr>
        <p:spPr>
          <a:xfrm flipV="1">
            <a:off x="5721361" y="3210547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>
            <a:cxnSpLocks/>
          </p:cNvCxnSpPr>
          <p:nvPr/>
        </p:nvCxnSpPr>
        <p:spPr>
          <a:xfrm flipH="1">
            <a:off x="5721361" y="3390547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>
            <a:cxnSpLocks/>
          </p:cNvCxnSpPr>
          <p:nvPr/>
        </p:nvCxnSpPr>
        <p:spPr>
          <a:xfrm>
            <a:off x="5721361" y="3990547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>
            <a:cxnSpLocks/>
          </p:cNvCxnSpPr>
          <p:nvPr/>
        </p:nvCxnSpPr>
        <p:spPr>
          <a:xfrm flipH="1" flipV="1">
            <a:off x="5721361" y="4170547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2061361" y="3660547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2129361" y="3728547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2345361" y="4090547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2226361" y="4172547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361" y="3530547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>
            <a:cxnSpLocks/>
          </p:cNvCxnSpPr>
          <p:nvPr/>
        </p:nvCxnSpPr>
        <p:spPr>
          <a:xfrm>
            <a:off x="8331361" y="2970547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>
            <a:cxnSpLocks/>
          </p:cNvCxnSpPr>
          <p:nvPr/>
        </p:nvCxnSpPr>
        <p:spPr>
          <a:xfrm>
            <a:off x="8331361" y="2970547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>
            <a:cxnSpLocks/>
          </p:cNvCxnSpPr>
          <p:nvPr/>
        </p:nvCxnSpPr>
        <p:spPr>
          <a:xfrm>
            <a:off x="8331361" y="2970547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>
            <a:cxnSpLocks/>
          </p:cNvCxnSpPr>
          <p:nvPr/>
        </p:nvCxnSpPr>
        <p:spPr>
          <a:xfrm flipV="1">
            <a:off x="8331361" y="2970547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>
            <a:cxnSpLocks/>
          </p:cNvCxnSpPr>
          <p:nvPr/>
        </p:nvCxnSpPr>
        <p:spPr>
          <a:xfrm>
            <a:off x="8331361" y="3220547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>
            <a:cxnSpLocks/>
          </p:cNvCxnSpPr>
          <p:nvPr/>
        </p:nvCxnSpPr>
        <p:spPr>
          <a:xfrm>
            <a:off x="8331361" y="3220547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>
            <a:cxnSpLocks/>
          </p:cNvCxnSpPr>
          <p:nvPr/>
        </p:nvCxnSpPr>
        <p:spPr>
          <a:xfrm flipV="1">
            <a:off x="8331361" y="2970547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>
            <a:cxnSpLocks/>
          </p:cNvCxnSpPr>
          <p:nvPr/>
        </p:nvCxnSpPr>
        <p:spPr>
          <a:xfrm flipV="1">
            <a:off x="8331361" y="3220547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>
            <a:cxnSpLocks/>
          </p:cNvCxnSpPr>
          <p:nvPr/>
        </p:nvCxnSpPr>
        <p:spPr>
          <a:xfrm>
            <a:off x="8331361" y="3470547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>
            <a:cxnSpLocks/>
          </p:cNvCxnSpPr>
          <p:nvPr/>
        </p:nvCxnSpPr>
        <p:spPr>
          <a:xfrm>
            <a:off x="8631361" y="2970547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>
            <a:cxnSpLocks/>
          </p:cNvCxnSpPr>
          <p:nvPr/>
        </p:nvCxnSpPr>
        <p:spPr>
          <a:xfrm>
            <a:off x="8631361" y="2970547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>
            <a:cxnSpLocks/>
          </p:cNvCxnSpPr>
          <p:nvPr/>
        </p:nvCxnSpPr>
        <p:spPr>
          <a:xfrm flipV="1">
            <a:off x="8631361" y="3080547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>
            <a:cxnSpLocks/>
          </p:cNvCxnSpPr>
          <p:nvPr/>
        </p:nvCxnSpPr>
        <p:spPr>
          <a:xfrm>
            <a:off x="8631361" y="3220547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>
            <a:cxnSpLocks/>
          </p:cNvCxnSpPr>
          <p:nvPr/>
        </p:nvCxnSpPr>
        <p:spPr>
          <a:xfrm flipV="1">
            <a:off x="8631361" y="3080547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>
            <a:cxnSpLocks/>
          </p:cNvCxnSpPr>
          <p:nvPr/>
        </p:nvCxnSpPr>
        <p:spPr>
          <a:xfrm flipV="1">
            <a:off x="8631361" y="3360547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8271361" y="291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8271361" y="316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8271361" y="341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571361" y="291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571361" y="316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571361" y="341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871361" y="302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871361" y="3300547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361" y="4630547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1024007" y="3266547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851361" y="3240547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7231361" y="2500547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7231361" y="5580547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946361" y="3570547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796361" y="4150547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6471361" y="3180547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6471361" y="4900547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PostgreSQL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543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921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716" y="27249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145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и ACID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145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и целостность данных телеметрии гарантированы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407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785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27249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009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из коробки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2009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parameters и state событий хранятся как индексируемый JSON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543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921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716" y="450799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145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Производительность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7145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индексы, быстрые вставки батчей и выборки по сессиям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407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785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450799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009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и зрелая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2009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бесплатна, огромная экосистема, проверена в продакшене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данных и миграции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222565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(UUID)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2960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player_id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game_version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22960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2688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started_at / ended_at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52544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90288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394" y="2225650"/>
            <a:ext cx="212141" cy="212141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66944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4535424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535424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45152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event_type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35424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45152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(JSONB)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535424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45152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065008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02752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3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858" y="2225650"/>
            <a:ext cx="212141" cy="212141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794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</a:t>
            </a:r>
            <a:endParaRPr lang="en-US" sz="1600" dirty="0"/>
          </a:p>
        </p:txBody>
      </p:sp>
      <p:sp>
        <p:nvSpPr>
          <p:cNvPr id="35" name="Shape 30"/>
          <p:cNvSpPr/>
          <p:nvPr/>
        </p:nvSpPr>
        <p:spPr>
          <a:xfrm>
            <a:off x="8247888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357616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247888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57616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predicted_archetype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8247888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57616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8247888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357616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model_id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40080" y="4800600"/>
            <a:ext cx="10911535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4" name="Text 39"/>
          <p:cNvSpPr/>
          <p:nvPr/>
        </p:nvSpPr>
        <p:spPr>
          <a:xfrm>
            <a:off x="914400" y="493776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Идемпотентные SQL-миграции: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автоматически при каждом старте backend (CREATE IF NOT EXISTS). Схема game_models хранит профиль игры: архетипы, critical_points, feature_schema — единый контракт с ML.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ФРЕЙМВОРКА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FastAPI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1867641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645920" y="2736321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пропускная способность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1867641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389120" y="2736321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схем из коробки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867641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132320" y="2736321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 /docs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922776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914400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14400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множества запросов телеметрии без блокировок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89120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26864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3922776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626864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Строгие схемы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626864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валидирует входные JSON — меньше ошибок в рантайме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101584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39328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922776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39328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39328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генерируется сам — удобно для команды и плагина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Рабочие и служебные эндпоинты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 игры с сервером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27632" y="2240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/game/session/start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27632" y="2532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сессию → session_id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2763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/telemetry/ingest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627632" y="34015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 + ML каждые N событий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8620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3977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/game/session/{id}/end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27632" y="4270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сессию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— для масштаба и поддержки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96912" y="224028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96912" y="253288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сервиса и БД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01752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7395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96912" y="310896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/game/profile · 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340156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игры (контракт с ML)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88620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96912" y="397764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/game/session/{id}/adaptation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96912" y="427024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адаптация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09360" y="475488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73952" y="495604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41" name="Text 39"/>
          <p:cNvSpPr/>
          <p:nvPr/>
        </p:nvSpPr>
        <p:spPr>
          <a:xfrm>
            <a:off x="6473952" y="495604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96912" y="484632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/game/train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96912" y="513892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обучения модели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498348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служебных:  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health-check, профиль игры, выдача адаптации и запуск обучения делают систему удобной в эксплуатации и развитии.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Внутреннее устройство сервера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21284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3774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03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· sessions · telemetry — приём HTTP, валидация Pydantic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" y="353872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37033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600200" y="3813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build_features, ml_client — бизнес-логика и связка с ML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57200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486460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02920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/ migrations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SQLAlchemy-модели и идемпотентные SQL-миграции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920240"/>
            <a:ext cx="4785055" cy="3822192"/>
          </a:xfrm>
          <a:prstGeom prst="roundRect">
            <a:avLst>
              <a:gd name="adj" fmla="val 215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04088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Слоистая архитектура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7040880" y="2560320"/>
            <a:ext cx="4236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 ответственности: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 не знают про SQL, сервисы — про HTTP. Каждый слой меняется независимо.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Тестируемость: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тестов — 3 unit + 3 integration + 7 E2E — покрывают ingest, features и весь путь до ML.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 через .env: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БД, ML и CORS — без правок кода.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обработки события (поток ingest)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97510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81328" y="197510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515" y="2101291"/>
            <a:ext cx="168250" cy="1682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182880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77840" y="182880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/telemetry/ingest, валидация Pydantic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239572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5176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279806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481328" y="279806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1" descr="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7515" y="2924251"/>
            <a:ext cx="168250" cy="168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03120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577840" y="265176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→ PostgreSQL (JSONB payload)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32688" y="32186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" y="347472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1248" y="362102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5" name="Text 21"/>
          <p:cNvSpPr/>
          <p:nvPr/>
        </p:nvSpPr>
        <p:spPr>
          <a:xfrm>
            <a:off x="841248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481328" y="362102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2" descr="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515" y="3747211"/>
            <a:ext cx="168250" cy="1682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103120" y="34747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577840" y="347472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build_features_from_events() по critical points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932688" y="40416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0080" y="429768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4124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33" name="Text 28"/>
          <p:cNvSpPr/>
          <p:nvPr/>
        </p:nvSpPr>
        <p:spPr>
          <a:xfrm>
            <a:off x="84124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148132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5" name="Image 3" descr="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7515" y="4570171"/>
            <a:ext cx="168250" cy="1682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2103120" y="4297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ML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5577840" y="429768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ml_client → POST /predict каждые N событий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932688" y="48646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0080" y="5120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841248" y="526694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41" name="Text 35"/>
          <p:cNvSpPr/>
          <p:nvPr/>
        </p:nvSpPr>
        <p:spPr>
          <a:xfrm>
            <a:off x="84124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1481328" y="526694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43" name="Image 4" descr="icons/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7515" y="5393131"/>
            <a:ext cx="168250" cy="16825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2103120" y="512064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адаптации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577840" y="512064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сохранён, adaptation в ответе ingest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логирование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/predict, fallback-rate, мониторинг нагрузки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отказов ML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fallback или 503 при недоступности ML-сервиса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ont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воркеров backend, пул соединений, готовность к k8s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Серверное решение для сбора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анализа игровых данных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  ·  Backend-инженер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1478</Words>
  <Application>Microsoft Office PowerPoint</Application>
  <PresentationFormat>Широкоэкранный</PresentationFormat>
  <Paragraphs>178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серверного решения для сбора и анализа игровых данных</dc:title>
  <dc:subject>PptxGenJS Presentation</dc:subject>
  <dc:creator>Самигуллин Максим Ринатович</dc:creator>
  <cp:lastModifiedBy>fuller276</cp:lastModifiedBy>
  <cp:revision>2</cp:revision>
  <dcterms:created xsi:type="dcterms:W3CDTF">2026-06-15T11:15:39Z</dcterms:created>
  <dcterms:modified xsi:type="dcterms:W3CDTF">2026-06-15T18:29:04Z</dcterms:modified>
</cp:coreProperties>
</file>